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DC8"/>
    <a:srgbClr val="DB1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6176">
              <a:srgbClr val="F39DC8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500" y="2479448"/>
            <a:ext cx="7239000" cy="1470025"/>
          </a:xfrm>
        </p:spPr>
        <p:txBody>
          <a:bodyPr>
            <a:normAutofit/>
          </a:bodyPr>
          <a:lstStyle/>
          <a:p>
            <a:r>
              <a:rPr sz="3600" dirty="0" err="1"/>
              <a:t>MediCare</a:t>
            </a:r>
            <a:r>
              <a:rPr sz="3600" dirty="0"/>
              <a:t> – Smart Health Record &amp; Medicine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315" y="5023758"/>
            <a:ext cx="6248401" cy="1208314"/>
          </a:xfrm>
        </p:spPr>
        <p:txBody>
          <a:bodyPr>
            <a:normAutofit fontScale="47500" lnSpcReduction="20000"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By: Riya Gandhi (Enrollment No: [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ADT23SOCB1548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])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Guide: [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Rohini Bhosale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Department of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Information Technology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[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MIT-ADT UNIVERSITY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Date: 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3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and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Introduction:</a:t>
            </a:r>
          </a:p>
          <a:p>
            <a:pPr marL="0" indent="0">
              <a:buNone/>
            </a:pPr>
            <a:r>
              <a:rPr lang="en-IN" sz="2800" dirty="0"/>
              <a:t>	</a:t>
            </a:r>
            <a:r>
              <a:rPr sz="2800" dirty="0" err="1"/>
              <a:t>MediCare</a:t>
            </a:r>
            <a:r>
              <a:rPr sz="2800" dirty="0"/>
              <a:t> is a ReactJS-based web application that allows users to securely upload and store their medical reports, schedule medicine reminders, and track remaining medicine quantities.</a:t>
            </a:r>
          </a:p>
          <a:p>
            <a:endParaRPr dirty="0"/>
          </a:p>
          <a:p>
            <a:r>
              <a:rPr dirty="0"/>
              <a:t>Problem Statement:</a:t>
            </a:r>
            <a:endParaRPr lang="en-IN" dirty="0"/>
          </a:p>
          <a:p>
            <a:pPr marL="0" indent="0">
              <a:buNone/>
            </a:pPr>
            <a:r>
              <a:rPr lang="en-IN" sz="2900" dirty="0"/>
              <a:t>	</a:t>
            </a:r>
            <a:r>
              <a:rPr sz="2900" dirty="0"/>
              <a:t>People often misplace medical documents and forget to take medicines on time.</a:t>
            </a:r>
          </a:p>
          <a:p>
            <a:endParaRPr dirty="0"/>
          </a:p>
          <a:p>
            <a:r>
              <a:rPr dirty="0"/>
              <a:t>Motivation:</a:t>
            </a:r>
            <a:endParaRPr lang="en-IN" dirty="0"/>
          </a:p>
          <a:p>
            <a:pPr marL="457200" lvl="1" indent="0">
              <a:buNone/>
            </a:pPr>
            <a:r>
              <a:rPr dirty="0"/>
              <a:t>To simplify daily medicine tracking and report management digitally.</a:t>
            </a:r>
          </a:p>
          <a:p>
            <a:endParaRPr dirty="0"/>
          </a:p>
          <a:p>
            <a:r>
              <a:rPr dirty="0"/>
              <a:t>Proposed Solution:</a:t>
            </a:r>
          </a:p>
          <a:p>
            <a:pPr marL="0" indent="0">
              <a:buNone/>
            </a:pPr>
            <a:r>
              <a:rPr lang="en-IN" sz="2900" dirty="0"/>
              <a:t>	</a:t>
            </a:r>
            <a:r>
              <a:rPr sz="2900" dirty="0"/>
              <a:t>A full-stack system providing secure login, report upload, alerts, and medicine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Scope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Scope:</a:t>
            </a:r>
          </a:p>
          <a:p>
            <a:r>
              <a:rPr dirty="0"/>
              <a:t>User  login system</a:t>
            </a:r>
          </a:p>
          <a:p>
            <a:r>
              <a:rPr dirty="0"/>
              <a:t>Upload &amp; manage medical reports</a:t>
            </a:r>
          </a:p>
          <a:p>
            <a:r>
              <a:rPr dirty="0"/>
              <a:t>Schedule medicines with alerts</a:t>
            </a:r>
          </a:p>
          <a:p>
            <a:r>
              <a:rPr dirty="0"/>
              <a:t>Track medicine usage and remaining stock</a:t>
            </a:r>
          </a:p>
          <a:p>
            <a:endParaRPr dirty="0"/>
          </a:p>
          <a:p>
            <a:r>
              <a:rPr dirty="0"/>
              <a:t>Out of Scope:</a:t>
            </a:r>
          </a:p>
          <a:p>
            <a:r>
              <a:rPr dirty="0"/>
              <a:t> Hospital integration or AI diagnosis</a:t>
            </a:r>
          </a:p>
          <a:p>
            <a:endParaRPr dirty="0"/>
          </a:p>
          <a:p>
            <a:r>
              <a:rPr dirty="0"/>
              <a:t>Key Objectives:</a:t>
            </a:r>
          </a:p>
          <a:p>
            <a:r>
              <a:rPr dirty="0"/>
              <a:t> Secure login &amp; data storage</a:t>
            </a:r>
          </a:p>
          <a:p>
            <a:r>
              <a:rPr dirty="0"/>
              <a:t> Medicine scheduler with alerts</a:t>
            </a:r>
          </a:p>
          <a:p>
            <a:r>
              <a:rPr dirty="0"/>
              <a:t>Alert notification system</a:t>
            </a:r>
          </a:p>
          <a:p>
            <a:r>
              <a:rPr dirty="0"/>
              <a:t>Track medicine stock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b="1" dirty="0"/>
              <a:t>Front-End:</a:t>
            </a:r>
          </a:p>
          <a:p>
            <a:r>
              <a:rPr lang="en-US" sz="2400" b="1" dirty="0"/>
              <a:t>ReactJS:</a:t>
            </a:r>
            <a:r>
              <a:rPr lang="en-US" sz="2400" dirty="0"/>
              <a:t> Used for building dynamic, component-based user interfaces with efficient state management and reusability.</a:t>
            </a:r>
          </a:p>
          <a:p>
            <a:r>
              <a:rPr lang="en-US" sz="2400" b="1" dirty="0"/>
              <a:t>HTML5:</a:t>
            </a:r>
            <a:r>
              <a:rPr lang="en-US" sz="2400" dirty="0"/>
              <a:t> Provides the structural foundation of the web pages, ensuring semantic and accessible content layout.</a:t>
            </a:r>
          </a:p>
          <a:p>
            <a:r>
              <a:rPr lang="en-US" sz="2400" b="1" dirty="0"/>
              <a:t>CSS3:</a:t>
            </a:r>
            <a:r>
              <a:rPr lang="en-US" sz="2400" dirty="0"/>
              <a:t> Enables responsive and visually appealing styling through modern design techniques such as Flexbox, Grid, and animations.</a:t>
            </a:r>
          </a:p>
          <a:p>
            <a:r>
              <a:rPr lang="en-US" sz="2400" b="1" dirty="0"/>
              <a:t>JavaScript :</a:t>
            </a:r>
            <a:r>
              <a:rPr lang="en-US" sz="2400" dirty="0"/>
              <a:t> Powers the interactive features and logic of the application, handling user actions and dynamic updates efficiently.</a:t>
            </a:r>
          </a:p>
          <a:p>
            <a:r>
              <a:rPr lang="en-US" sz="2400" b="1" dirty="0"/>
              <a:t>React Router:</a:t>
            </a:r>
            <a:r>
              <a:rPr lang="en-US" sz="2400" dirty="0"/>
              <a:t> Manages client-side routing to enable smooth navigation between different views or pages without reloading the browser.</a:t>
            </a:r>
          </a:p>
          <a:p>
            <a:pPr marL="0" indent="0">
              <a:buNone/>
            </a:pP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Database / Storage:</a:t>
            </a:r>
          </a:p>
          <a:p>
            <a:r>
              <a:rPr lang="en-US" sz="2400" b="1" dirty="0"/>
              <a:t>Local Storage:</a:t>
            </a:r>
            <a:r>
              <a:rPr lang="en-US" sz="2400" dirty="0"/>
              <a:t> Used for lightweight, client-side data persistence. It allows storing key-value data within the user’s browser, enabling the app to save user preferences, login sessions, or cached information even after page reloads.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Collections:</a:t>
            </a:r>
          </a:p>
          <a:p>
            <a:r>
              <a:rPr sz="1800" dirty="0"/>
              <a:t> Users – authentication &amp; profiles</a:t>
            </a:r>
          </a:p>
          <a:p>
            <a:r>
              <a:rPr sz="1800" dirty="0"/>
              <a:t>Medical</a:t>
            </a:r>
            <a:r>
              <a:rPr lang="en-IN" sz="1800" dirty="0"/>
              <a:t> </a:t>
            </a:r>
            <a:r>
              <a:rPr sz="1800" dirty="0"/>
              <a:t>Reports – uploaded files &amp; metadata</a:t>
            </a:r>
          </a:p>
          <a:p>
            <a:r>
              <a:rPr sz="1800" dirty="0"/>
              <a:t>Medicines – name, dosage, schedule, remaining qty</a:t>
            </a:r>
          </a:p>
          <a:p>
            <a:endParaRPr dirty="0"/>
          </a:p>
          <a:p>
            <a:r>
              <a:rPr dirty="0"/>
              <a:t>Relationships:</a:t>
            </a:r>
          </a:p>
          <a:p>
            <a:r>
              <a:rPr sz="1800" dirty="0"/>
              <a:t>One user → multiple reports</a:t>
            </a:r>
          </a:p>
          <a:p>
            <a:r>
              <a:rPr sz="1800" dirty="0"/>
              <a:t>One user → multiple medicine entries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Implementation &amp; Results (Front-End)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B613B-350D-F4FE-C9D7-CE6C2310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95" b="14444"/>
          <a:stretch>
            <a:fillRect/>
          </a:stretch>
        </p:blipFill>
        <p:spPr>
          <a:xfrm>
            <a:off x="76201" y="1654630"/>
            <a:ext cx="4408713" cy="2443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E09233-18D6-EC0F-CD83-3A94E07A17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29" t="15502" r="24285" b="13598"/>
          <a:stretch>
            <a:fillRect/>
          </a:stretch>
        </p:blipFill>
        <p:spPr>
          <a:xfrm>
            <a:off x="4572000" y="3429000"/>
            <a:ext cx="4408715" cy="3334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rgbClr val="F39DC8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6000">
              <a:schemeClr val="accent1">
                <a:lumMod val="45000"/>
                <a:lumOff val="55000"/>
              </a:schemeClr>
            </a:gs>
            <a:gs pos="99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Implementation &amp; Results (Back-End)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2C5077-F782-F8AF-122D-9A32D66F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0" t="8802" r="10000" b="7651"/>
          <a:stretch>
            <a:fillRect/>
          </a:stretch>
        </p:blipFill>
        <p:spPr>
          <a:xfrm>
            <a:off x="283029" y="1661402"/>
            <a:ext cx="4735285" cy="2548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41BBDF-4A60-51E5-1BE1-401DC4A446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61" t="10895" r="10000" b="5767"/>
          <a:stretch>
            <a:fillRect/>
          </a:stretch>
        </p:blipFill>
        <p:spPr>
          <a:xfrm>
            <a:off x="4288972" y="3872736"/>
            <a:ext cx="4735285" cy="26477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60337"/>
            <a:ext cx="8229600" cy="1143000"/>
          </a:xfrm>
        </p:spPr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dirty="0"/>
              <a:t>User Journey:</a:t>
            </a:r>
          </a:p>
          <a:p>
            <a:r>
              <a:rPr sz="2800" dirty="0"/>
              <a:t> Login/Register</a:t>
            </a:r>
          </a:p>
          <a:p>
            <a:r>
              <a:rPr sz="2800" dirty="0"/>
              <a:t> Upload medical reports</a:t>
            </a:r>
          </a:p>
          <a:p>
            <a:r>
              <a:rPr sz="2800" dirty="0"/>
              <a:t> Add medicines with reminders</a:t>
            </a:r>
          </a:p>
          <a:p>
            <a:r>
              <a:rPr sz="2800" dirty="0"/>
              <a:t>Receive alerts</a:t>
            </a:r>
          </a:p>
          <a:p>
            <a:r>
              <a:rPr sz="2800" dirty="0"/>
              <a:t>Track medicine stock</a:t>
            </a:r>
          </a:p>
          <a:p>
            <a:endParaRPr dirty="0"/>
          </a:p>
          <a:p>
            <a:r>
              <a:rPr dirty="0"/>
              <a:t>Live Flow:</a:t>
            </a:r>
          </a:p>
          <a:p>
            <a:r>
              <a:rPr dirty="0"/>
              <a:t>Dashboard → Upload → Schedule → Alerts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Challenges:</a:t>
            </a:r>
          </a:p>
          <a:p>
            <a:r>
              <a:rPr sz="2800" dirty="0"/>
              <a:t>- File upload &amp; storage</a:t>
            </a:r>
          </a:p>
          <a:p>
            <a:r>
              <a:rPr sz="2800" dirty="0"/>
              <a:t>- Alert scheduling</a:t>
            </a:r>
          </a:p>
          <a:p>
            <a:r>
              <a:rPr sz="2800" dirty="0"/>
              <a:t>- State management</a:t>
            </a:r>
          </a:p>
          <a:p>
            <a:r>
              <a:rPr sz="2800" dirty="0"/>
              <a:t>- Security handling</a:t>
            </a:r>
          </a:p>
          <a:p>
            <a:endParaRPr dirty="0"/>
          </a:p>
          <a:p>
            <a:r>
              <a:rPr dirty="0"/>
              <a:t>Solutions:</a:t>
            </a:r>
          </a:p>
          <a:p>
            <a:r>
              <a:rPr dirty="0"/>
              <a:t>- Implemented JS timers &amp; notifications</a:t>
            </a:r>
          </a:p>
          <a:p>
            <a:r>
              <a:rPr dirty="0"/>
              <a:t>- Used React Context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dirty="0"/>
              <a:t>Conclusion:</a:t>
            </a:r>
          </a:p>
          <a:p>
            <a:r>
              <a:rPr sz="2800" dirty="0" err="1"/>
              <a:t>MediCare</a:t>
            </a:r>
            <a:r>
              <a:rPr sz="2800" dirty="0"/>
              <a:t> provides a secure and efficient system for managing medical records and medicine schedules.</a:t>
            </a:r>
          </a:p>
          <a:p>
            <a:endParaRPr dirty="0"/>
          </a:p>
          <a:p>
            <a:r>
              <a:rPr dirty="0"/>
              <a:t>Future Scope:</a:t>
            </a:r>
          </a:p>
          <a:p>
            <a:r>
              <a:rPr sz="2800" dirty="0"/>
              <a:t>- Integration with wearable devices</a:t>
            </a:r>
          </a:p>
          <a:p>
            <a:r>
              <a:rPr sz="2800" dirty="0"/>
              <a:t>- Doctor-patient portal</a:t>
            </a:r>
          </a:p>
          <a:p>
            <a:r>
              <a:rPr sz="2800" dirty="0"/>
              <a:t>- AI-based suggestions</a:t>
            </a:r>
          </a:p>
          <a:p>
            <a:r>
              <a:rPr sz="2800" dirty="0"/>
              <a:t>- SMS/email notifications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477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MediCare – Smart Health Record &amp; Medicine Management System</vt:lpstr>
      <vt:lpstr>Project Overview and Introduction</vt:lpstr>
      <vt:lpstr>Scope and Objectives</vt:lpstr>
      <vt:lpstr>Technology Stack</vt:lpstr>
      <vt:lpstr>Database Design</vt:lpstr>
      <vt:lpstr>Implementation &amp; Results (Front-End)</vt:lpstr>
      <vt:lpstr>Implementation &amp; Results (Back-End)</vt:lpstr>
      <vt:lpstr>Demo</vt:lpstr>
      <vt:lpstr>Challenges and Solutions</vt:lpstr>
      <vt:lpstr>Conclusion and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Riya Gandhi</cp:lastModifiedBy>
  <cp:revision>3</cp:revision>
  <dcterms:created xsi:type="dcterms:W3CDTF">2013-01-27T09:14:16Z</dcterms:created>
  <dcterms:modified xsi:type="dcterms:W3CDTF">2025-11-07T04:32:15Z</dcterms:modified>
  <cp:category/>
</cp:coreProperties>
</file>